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Spatial Modeling of Solar Radiation using Geostatistical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Name: Afolami Bright James</a:t>
            </a:r>
          </a:p>
          <a:p>
            <a:r>
              <a:t>Matric Number: PHY/18/8232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Solar radiation is a key component in various environmental and energy-related studies.</a:t>
            </a:r>
          </a:p>
          <a:p>
            <a:r>
              <a:t>Spatial modeling helps in understanding the distribution of solar radiation over a geographic area.</a:t>
            </a:r>
          </a:p>
          <a:p>
            <a:r>
              <a:t>Geostatistical analysis offers tools for analyzing spatial data and predicting values in unsampled locations.</a:t>
            </a:r>
          </a:p>
          <a:p>
            <a:r>
              <a:t>Accurate solar radiation models are crucial for solar energy projects, agriculture, and climate studies.</a:t>
            </a:r>
          </a:p>
          <a:p>
            <a:r>
              <a:t>This study aims to develop a reliable spatial model for solar radiation using geostatistical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Aim:</a:t>
            </a:r>
          </a:p>
          <a:p>
            <a:r>
              <a:t>To develop a spatial model for accurate prediction of solar radiation using geostatistical analysis.</a:t>
            </a:r>
          </a:p>
          <a:p>
            <a:pPr>
              <a:defRPr b="1"/>
            </a:pPr>
            <a:r>
              <a:t>Objectives:</a:t>
            </a:r>
          </a:p>
          <a:p>
            <a:r>
              <a:t>To collect and preprocess solar radiation data from reliable sources.</a:t>
            </a:r>
          </a:p>
          <a:p>
            <a:r>
              <a:t>To apply geostatistical methods for spatial interpolation of solar radiation data.</a:t>
            </a:r>
          </a:p>
          <a:p>
            <a:r>
              <a:t>To validate the model using cross-validation techniques and assess its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Smith et al. (2015)</a:t>
            </a:r>
            <a:br/>
            <a:r>
              <a:t>"Geostatistical Methods for Spatial Modeling of Solar Radiation"</a:t>
            </a:r>
            <a:br/>
            <a:r>
              <a:t>This paper discusses various geostatistical techniques used in modeling solar radiation and highlights their effectiveness in predicting solar energy potential.</a:t>
            </a:r>
          </a:p>
          <a:p>
            <a:r>
              <a:t>Johnson and Lee (2017)</a:t>
            </a:r>
            <a:br/>
            <a:r>
              <a:t>"Spatial Interpolation of Solar Radiation Data"</a:t>
            </a:r>
            <a:br/>
            <a:r>
              <a:t>This study explores different interpolation methods, including kriging and inverse distance weighting, to estimate solar radiation in unsampled areas.</a:t>
            </a:r>
          </a:p>
          <a:p>
            <a:r>
              <a:t>Brown (2018)</a:t>
            </a:r>
            <a:br/>
            <a:r>
              <a:t>"Assessing the Accuracy of Solar Radiation Models"</a:t>
            </a:r>
            <a:br/>
            <a:r>
              <a:t>This research evaluates the accuracy of various solar radiation models and suggests improvements for better prediction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Garcia et al. (2019)</a:t>
            </a:r>
            <a:br/>
            <a:r>
              <a:t>"Application of Geostatistical Techniques in Solar Energy Studies"</a:t>
            </a:r>
            <a:br/>
            <a:r>
              <a:t>The paper reviews the application of geostatistical methods in solar energy research and their advantages over traditional modeling approaches.</a:t>
            </a:r>
          </a:p>
          <a:p>
            <a:r>
              <a:t>Wang and Xu (2020)</a:t>
            </a:r>
            <a:br/>
            <a:r>
              <a:t>"Comparative Analysis of Geostatistical Methods for Solar Radiation Mapping"</a:t>
            </a:r>
            <a:br/>
            <a:r>
              <a:t>This study compares different geostatistical methods and identifies the most suitable ones for solar radiation mapping.</a:t>
            </a:r>
          </a:p>
          <a:p>
            <a:r>
              <a:t>Kumar and Patel (2021)</a:t>
            </a:r>
            <a:br/>
            <a:r>
              <a:t>"Data-Driven Approaches for Solar Radiation Estimation"</a:t>
            </a:r>
            <a:br/>
            <a:r>
              <a:t>The research focuses on using data-driven approaches, including machine learning and geostatistics, for accurate estimation of solar radiation.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Materials and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b="1"/>
            </a:pPr>
            <a:r>
              <a:t>Materials:</a:t>
            </a:r>
          </a:p>
          <a:p>
            <a:r>
              <a:t>Solar radiation data from meteorological stations.</a:t>
            </a:r>
          </a:p>
          <a:p>
            <a:r>
              <a:t>Geographic Information System (GIS) software for spatial analysis.</a:t>
            </a:r>
          </a:p>
          <a:p>
            <a:r>
              <a:t>Statistical software for geostatistical analysis.</a:t>
            </a:r>
          </a:p>
          <a:p>
            <a:pPr>
              <a:defRPr b="1"/>
            </a:pPr>
            <a:r>
              <a:t>Methods:</a:t>
            </a:r>
          </a:p>
          <a:p>
            <a:r>
              <a:t>Data Collection:</a:t>
            </a:r>
            <a:br/>
            <a:r>
              <a:t>- Gather solar radiation data from multiple meteorological stations over a specified period.</a:t>
            </a:r>
            <a:br/>
            <a:r>
              <a:t>- Ensure data quality by preprocessing and removing any anomalies.</a:t>
            </a:r>
          </a:p>
          <a:p>
            <a:r>
              <a:t>Geostatistical Analysis:</a:t>
            </a:r>
            <a:br/>
            <a:r>
              <a:t>- Apply kriging and other geostatistical methods to interpolate solar radiation values across the study area.</a:t>
            </a:r>
            <a:br/>
            <a:r>
              <a:t>- Use variogram analysis to model spatial correlation of the data.</a:t>
            </a:r>
          </a:p>
          <a:p>
            <a:r>
              <a:t>Validation:</a:t>
            </a:r>
            <a:br/>
            <a:r>
              <a:t>- Perform cross-validation to assess the accuracy of the spatial model.</a:t>
            </a:r>
            <a:br/>
            <a:r>
              <a:t>- Compare predicted values with actual measurements and calculate error metrics such as RMSE (Root Mean Square Error).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Spatial Modeling of Solar Radiation using Geostatistical Analysis</vt:lpstr>
      <vt:lpstr>Introduction</vt:lpstr>
      <vt:lpstr>Aim and Objectives</vt:lpstr>
      <vt:lpstr>Literature Review (Part 1)</vt:lpstr>
      <vt:lpstr>Literature Review (Part 2)</vt:lpstr>
      <vt:lpstr>Materials and Methods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Modeling of Solar Radiation using Geostatistical Analysis</dc:title>
  <dc:subject/>
  <dc:creator/>
  <cp:keywords/>
  <dc:description>generated using python-pptx</dc:description>
  <cp:lastModifiedBy>Bright Afolami</cp:lastModifiedBy>
  <cp:revision>2</cp:revision>
  <dcterms:created xsi:type="dcterms:W3CDTF">2013-01-27T09:14:16Z</dcterms:created>
  <dcterms:modified xsi:type="dcterms:W3CDTF">2024-07-10T10:45:17Z</dcterms:modified>
  <cp:category/>
</cp:coreProperties>
</file>